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0515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cpp-ai-agent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13232" y="1810512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E7F2"/>
                </a:solidFill>
              </a:rPr>
              <a:t>C++17 终端 AI 编程智能体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E8F2"/>
                </a:solidFill>
              </a:rPr>
              <a:t>从模型对话到工具执行、安全确认、日志回放、Web 搜索与 MCP 扩展的完整演示闭环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046720" y="1298448"/>
            <a:ext cx="1691640" cy="10058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0" y="146304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11D48"/>
                </a:solidFill>
              </a:rPr>
              <a:t>M0-M8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119872" y="19019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5E6B7A"/>
                </a:solidFill>
              </a:rPr>
              <a:t>阶段闭环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9921240" y="1298448"/>
            <a:ext cx="1691640" cy="10058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21240" y="146304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E7490"/>
                </a:solidFill>
              </a:rPr>
              <a:t>36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9994392" y="19019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5E6B7A"/>
                </a:solidFill>
              </a:rPr>
              <a:t>doctest 通过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8046720" y="2578608"/>
            <a:ext cx="1691640" cy="10058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274320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B45309"/>
                </a:solidFill>
              </a:rPr>
              <a:t>6+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8119872" y="31821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5E6B7A"/>
                </a:solidFill>
              </a:rPr>
              <a:t>内置工具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9921240" y="2578608"/>
            <a:ext cx="1691640" cy="10058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21240" y="274320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766E"/>
                </a:solidFill>
              </a:rPr>
              <a:t>4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9994392" y="31821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5E6B7A"/>
                </a:solidFill>
              </a:rPr>
              <a:t>成员分工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749808" y="61447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答辩汇报 · 2026-07-11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项目定位：最小但完整的 AI Coding Agent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B7A"/>
                </a:solidFill>
              </a:rPr>
              <a:t>目标不是复刻商业产品，而是展示 Agent 的完整架构和可运行闭环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680192" y="329184"/>
            <a:ext cx="960120" cy="10972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7395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A4"/>
                </a:solidFill>
              </a:rPr>
              <a:t>cpp-ai-agent · C++17 终端 AI 编程智能体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28832" y="643737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890A4"/>
                </a:solidFill>
              </a:rPr>
              <a:t>02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353312"/>
            <a:ext cx="3383280" cy="182880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1397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1353312"/>
            <a:ext cx="73152" cy="18288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5179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课程实践目标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9536" y="1883664"/>
            <a:ext cx="2999232" cy="1152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6B7A"/>
                </a:solidFill>
              </a:rPr>
              <a:t>用 C++17 实现一个终端智能体，能够接入大模型并执行受控本地工具。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4434840" y="1353312"/>
            <a:ext cx="3383280" cy="182880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1397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1353312"/>
            <a:ext cx="73152" cy="18288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008" y="15179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核心判断标准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36008" y="1883664"/>
            <a:ext cx="2999232" cy="1152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6B7A"/>
                </a:solidFill>
              </a:rPr>
              <a:t>不仅能聊天，还能让模型提出 tool_calls，程序执行工具并把真实结果回填。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8211312" y="1353312"/>
            <a:ext cx="3383280" cy="182880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1397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11312" y="1353312"/>
            <a:ext cx="73152" cy="1828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15179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交付形态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0" y="1883664"/>
            <a:ext cx="2999232" cy="1152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6B7A"/>
                </a:solidFill>
              </a:rPr>
              <a:t>命令行可运行、文档可解释、测试可验证、现场可演示。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658368" y="3794760"/>
            <a:ext cx="10936224" cy="1417320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0690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</a:rPr>
              <a:t>一句话概括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443484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cpp-ai-agent 是一个能把“用户需求 → 模型决策 → 工具执行 → 安全确认 → 结果回填 → 最终回答”跑通的 C++17 终端 Agent。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汇报主线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B7A"/>
                </a:solidFill>
              </a:rPr>
              <a:t>先说明为什么做，再说明怎么做，最后用测试和演示证明它能跑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680192" y="329184"/>
            <a:ext cx="960120" cy="10972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7395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A4"/>
                </a:solidFill>
              </a:rPr>
              <a:t>cpp-ai-agent · C++17 终端 AI 编程智能体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28832" y="643737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890A4"/>
                </a:solidFill>
              </a:rPr>
              <a:t>03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847088"/>
            <a:ext cx="932688" cy="932688"/>
          </a:xfrm>
          <a:prstGeom prst="ellipse">
            <a:avLst/>
          </a:prstGeom>
          <a:solidFill>
            <a:srgbClr val="0E749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13969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3192" y="29718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项目目标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91640" y="2313432"/>
            <a:ext cx="822960" cy="0"/>
          </a:xfrm>
          <a:prstGeom prst="line">
            <a:avLst/>
          </a:prstGeom>
          <a:noFill/>
          <a:ln w="17780">
            <a:solidFill>
              <a:srgbClr val="D8E1E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615184" y="1847088"/>
            <a:ext cx="932688" cy="932688"/>
          </a:xfrm>
          <a:prstGeom prst="ellipse">
            <a:avLst/>
          </a:prstGeom>
          <a:solidFill>
            <a:srgbClr val="E11D4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15184" y="213969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295144" y="29718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核心架构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93592" y="2313432"/>
            <a:ext cx="822960" cy="0"/>
          </a:xfrm>
          <a:prstGeom prst="line">
            <a:avLst/>
          </a:prstGeom>
          <a:noFill/>
          <a:ln w="17780">
            <a:solidFill>
              <a:srgbClr val="D8E1EA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17136" y="1847088"/>
            <a:ext cx="932688" cy="932688"/>
          </a:xfrm>
          <a:prstGeom prst="ellipse">
            <a:avLst/>
          </a:prstGeom>
          <a:solidFill>
            <a:srgbClr val="0F766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17136" y="213969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197096" y="29718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工具闭环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95544" y="2313432"/>
            <a:ext cx="822960" cy="0"/>
          </a:xfrm>
          <a:prstGeom prst="line">
            <a:avLst/>
          </a:prstGeom>
          <a:noFill/>
          <a:ln w="17780">
            <a:solidFill>
              <a:srgbClr val="D8E1EA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19088" y="1847088"/>
            <a:ext cx="932688" cy="932688"/>
          </a:xfrm>
          <a:prstGeom prst="ellipse">
            <a:avLst/>
          </a:prstGeom>
          <a:solidFill>
            <a:srgbClr val="B45309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213969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9048" y="29718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M0-M8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97496" y="2313432"/>
            <a:ext cx="822960" cy="0"/>
          </a:xfrm>
          <a:prstGeom prst="line">
            <a:avLst/>
          </a:prstGeom>
          <a:noFill/>
          <a:ln w="17780">
            <a:solidFill>
              <a:srgbClr val="D8E1EA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321040" y="1847088"/>
            <a:ext cx="932688" cy="932688"/>
          </a:xfrm>
          <a:prstGeom prst="ellipse">
            <a:avLst/>
          </a:prstGeom>
          <a:solidFill>
            <a:srgbClr val="0891B2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213969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001000" y="29718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演示验收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299448" y="2313432"/>
            <a:ext cx="822960" cy="0"/>
          </a:xfrm>
          <a:prstGeom prst="line">
            <a:avLst/>
          </a:prstGeom>
          <a:noFill/>
          <a:ln w="17780">
            <a:solidFill>
              <a:srgbClr val="D8E1EA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222992" y="1847088"/>
            <a:ext cx="932688" cy="932688"/>
          </a:xfrm>
          <a:prstGeom prst="ellipse">
            <a:avLst/>
          </a:prstGeom>
          <a:solidFill>
            <a:srgbClr val="10243C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22992" y="213969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902952" y="29718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团队分工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41248" y="4041648"/>
            <a:ext cx="3291840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1397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1248" y="4041648"/>
            <a:ext cx="73152" cy="123444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2416" y="4206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核心观点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42416" y="4572000"/>
            <a:ext cx="2907792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6B7A"/>
                </a:solidFill>
              </a:rPr>
              <a:t>项目价值在完整闭环，而不是单个命令堆砌。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4462272" y="4041648"/>
            <a:ext cx="3291840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13970" dir="27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462272" y="4041648"/>
            <a:ext cx="73152" cy="12344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4206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演示策略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663440" y="4572000"/>
            <a:ext cx="2907792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6B7A"/>
                </a:solidFill>
              </a:rPr>
              <a:t>每个命令都对应架构中的一个模块和测试点。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8083296" y="4041648"/>
            <a:ext cx="3291840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13970" dir="27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083296" y="4041648"/>
            <a:ext cx="73152" cy="1234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84464" y="4206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答辩落点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284464" y="4572000"/>
            <a:ext cx="2907792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6B7A"/>
                </a:solidFill>
              </a:rPr>
              <a:t>M0-M8 体现从能运行到能扩展、能解释、能复现。</a:t>
            </a:r>
            <a:endParaRPr lang="en-US" sz="9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阶段路线：M0-M8 完整闭环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B7A"/>
                </a:solidFill>
              </a:rPr>
              <a:t>从工程骨架到扩展能力，再到跨环境稳定性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680192" y="329184"/>
            <a:ext cx="960120" cy="10972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7395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A4"/>
                </a:solidFill>
              </a:rPr>
              <a:t>cpp-ai-agent · C++17 终端 AI 编程智能体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28832" y="643737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890A4"/>
                </a:solidFill>
              </a:rPr>
              <a:t>04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68096" y="1179576"/>
            <a:ext cx="10671048" cy="436168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15240" dir="2700000">
              <a:srgbClr val="000000">
                <a:alpha val="9000"/>
              </a:srgbClr>
            </a:outerShdw>
          </a:effectLst>
        </p:spPr>
      </p:sp>
      <p:pic>
        <p:nvPicPr>
          <p:cNvPr id="8" name="Image 0" descr="D:\cpp-ai-agent\第一周周报\assets\01-milestone-roadma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234440"/>
            <a:ext cx="1056132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系统架构：AgentLoop 是中枢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B7A"/>
                </a:solidFill>
              </a:rPr>
              <a:t>main.cpp 装配模块，AgentLoop 连接模型、工具、安全、日志和扩展能力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680192" y="329184"/>
            <a:ext cx="960120" cy="10972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7395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A4"/>
                </a:solidFill>
              </a:rPr>
              <a:t>cpp-ai-agent · C++17 终端 AI 编程智能体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28832" y="643737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890A4"/>
                </a:solidFill>
              </a:rPr>
              <a:t>05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060704"/>
            <a:ext cx="7333488" cy="463600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15240" dir="2700000">
              <a:srgbClr val="000000">
                <a:alpha val="9000"/>
              </a:srgbClr>
            </a:outerShdw>
          </a:effectLst>
        </p:spPr>
      </p:sp>
      <p:pic>
        <p:nvPicPr>
          <p:cNvPr id="8" name="Image 0" descr="D:\cpp-ai-agent\第一周周报\assets\02-agent-architectur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232" y="1115568"/>
            <a:ext cx="7223760" cy="45262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75320" y="1234440"/>
            <a:ext cx="292608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1397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75320" y="1234440"/>
            <a:ext cx="73152" cy="9601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76488" y="13990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LlmClient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476488" y="1764792"/>
            <a:ext cx="2542032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6B7A"/>
                </a:solidFill>
              </a:rPr>
              <a:t>负责 OpenAI-compatible 请求、SSE 流式输出和 tool_calls 解析。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8275320" y="2450592"/>
            <a:ext cx="292608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13970" dir="27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75320" y="2450592"/>
            <a:ext cx="73152" cy="9601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76488" y="26151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ToolRegistry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476488" y="2980944"/>
            <a:ext cx="2542032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6B7A"/>
                </a:solidFill>
              </a:rPr>
              <a:t>注册本地工具并生成模型可读的 tools schema。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8275320" y="3666744"/>
            <a:ext cx="292608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13970" dir="27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75320" y="3666744"/>
            <a:ext cx="73152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76488" y="38313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PermissionManager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476488" y="4197096"/>
            <a:ext cx="2542032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6B7A"/>
                </a:solidFill>
              </a:rPr>
              <a:t>按 Safe / Write / Dangerous 分级，驱动确认流程。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8275320" y="4882896"/>
            <a:ext cx="292608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13970" dir="27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275320" y="4882896"/>
            <a:ext cx="73152" cy="9601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76488" y="50474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JsonLogger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476488" y="5413248"/>
            <a:ext cx="2542032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6B7A"/>
                </a:solidFill>
              </a:rPr>
              <a:t>记录执行过程，支撑 /history、/replay 和 /load。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核心闭环：模型不是直接操作系统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B7A"/>
                </a:solidFill>
              </a:rPr>
              <a:t>模型提出工具调用，程序负责安全执行，再把结果交给模型继续推理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680192" y="329184"/>
            <a:ext cx="960120" cy="10972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7395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A4"/>
                </a:solidFill>
              </a:rPr>
              <a:t>cpp-ai-agent · C++17 终端 AI 编程智能体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28832" y="643737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890A4"/>
                </a:solidFill>
              </a:rPr>
              <a:t>06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59536" y="1088136"/>
            <a:ext cx="10488168" cy="4270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15240" dir="2700000">
              <a:srgbClr val="000000">
                <a:alpha val="9000"/>
              </a:srgbClr>
            </a:outerShdw>
          </a:effectLst>
        </p:spPr>
      </p:sp>
      <p:pic>
        <p:nvPicPr>
          <p:cNvPr id="8" name="Image 0" descr="D:\cpp-ai-agent\第一周周报\assets\03-tool-call-loo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143000"/>
            <a:ext cx="10378440" cy="4160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87552" y="562356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这条闭环解释了项目和普通聊天程序的区别：AI 的输出会转化为受控动作，并且每一步都有权限与日志。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M0-M5：核心 Agent 交付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B7A"/>
                </a:solidFill>
              </a:rPr>
              <a:t>先把智能体最小闭环跑通，再讨论外部能力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680192" y="329184"/>
            <a:ext cx="960120" cy="10972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7395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A4"/>
                </a:solidFill>
              </a:rPr>
              <a:t>cpp-ai-agent · C++17 终端 AI 编程智能体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28832" y="643737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890A4"/>
                </a:solidFill>
              </a:rPr>
              <a:t>07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298448"/>
            <a:ext cx="2971800" cy="14173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1397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298448"/>
            <a:ext cx="73152" cy="1417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4630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M0/M0.5 · 工程骨架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1828800"/>
            <a:ext cx="2587752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6B7A"/>
                </a:solidFill>
              </a:rPr>
              <a:t>CMake、vcpkg、Preset、测试目录、配置文件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4297680" y="1298448"/>
            <a:ext cx="2971800" cy="14173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1397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298448"/>
            <a:ext cx="73152" cy="14173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8848" y="14630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M1 · 模型接入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98848" y="1828800"/>
            <a:ext cx="2587752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6B7A"/>
                </a:solidFill>
              </a:rPr>
              <a:t>OpenAI-compatible chat/completions、Provider 配置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7863840" y="1298448"/>
            <a:ext cx="2971800" cy="14173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1397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863840" y="1298448"/>
            <a:ext cx="73152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65008" y="14630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M2 · 工具系统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65008" y="1828800"/>
            <a:ext cx="2587752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6B7A"/>
                </a:solidFill>
              </a:rPr>
              <a:t>ITool、ToolRegistry、read/write/edit/list/run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731520" y="3657600"/>
            <a:ext cx="2971800" cy="14173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1397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657600"/>
            <a:ext cx="73152" cy="1417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38221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M3 · AgentLoop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" y="4187952"/>
            <a:ext cx="2587752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6B7A"/>
                </a:solidFill>
              </a:rPr>
              <a:t>tools schema、tool_calls、工具结果回填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4297680" y="3657600"/>
            <a:ext cx="2971800" cy="14173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1397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97680" y="3657600"/>
            <a:ext cx="73152" cy="1417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98848" y="38221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M4 · 安全日志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98848" y="4187952"/>
            <a:ext cx="2587752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6B7A"/>
                </a:solidFill>
              </a:rPr>
              <a:t>权限确认、危险命令、JSONL、history/replay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7863840" y="3657600"/>
            <a:ext cx="2971800" cy="14173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1397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863840" y="3657600"/>
            <a:ext cx="73152" cy="1417320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65008" y="38221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M5 · 演示增强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065008" y="4187952"/>
            <a:ext cx="2587752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6B7A"/>
                </a:solidFill>
              </a:rPr>
              <a:t>doctor、demo、ui、skills、交付文档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M6-M8：扩展能力与工程稳定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B7A"/>
                </a:solidFill>
              </a:rPr>
              <a:t>让 Agent 更接近真实使用场景，也更适合课程答辩现场复现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680192" y="329184"/>
            <a:ext cx="960120" cy="10972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7395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A4"/>
                </a:solidFill>
              </a:rPr>
              <a:t>cpp-ai-agent · C++17 终端 AI 编程智能体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28832" y="643737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890A4"/>
                </a:solidFill>
              </a:rPr>
              <a:t>08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34440"/>
            <a:ext cx="3474720" cy="33375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1397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1234440"/>
            <a:ext cx="73152" cy="33375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3990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M6 · Web 搜索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764792"/>
            <a:ext cx="3090672" cy="2660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6B7A"/>
                </a:solidFill>
              </a:rPr>
              <a:t>新增 /search 和 web_search 工具；Bing RSS 优先，DuckDuckGo/Bing 链接兜底；支持 WEB_SEARCH_PROXY_URL；修复 Windows 中文参数。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4370832" y="1234440"/>
            <a:ext cx="3474720" cy="33375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1397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70832" y="1234440"/>
            <a:ext cx="73152" cy="333756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3990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M7 · MCP 最小客户端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1764792"/>
            <a:ext cx="3090672" cy="2660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6B7A"/>
                </a:solidFill>
              </a:rPr>
              <a:t>实现 stdio initialize、tools/list、tools/call；新增内置测试 server；McpToolAdapter 将外部工具接入 AgentLoop。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8028432" y="1234440"/>
            <a:ext cx="3474720" cy="33375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1397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28432" y="1234440"/>
            <a:ext cx="73152" cy="3337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13990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M8 · 跨环境稳定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0" y="1764792"/>
            <a:ext cx="3090672" cy="2660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6B7A"/>
                </a:solidFill>
              </a:rPr>
              <a:t>AGENTS.md 项目规范注入；Visual Studio generator 默认构建；/load 修复；GitHub/GitLab 同步。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960120" y="52578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72033"/>
                </a:solidFill>
              </a:rPr>
              <a:t>扩展不是为了堆功能，而是证明架构有边界、有接口、有复现路径。</a:t>
            </a:r>
            <a:endParaRPr lang="en-US" sz="13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关键模块一：LLM 与 Agent 主循环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B7A"/>
                </a:solidFill>
              </a:rPr>
              <a:t>负责同模型沟通、解析 tool_calls、维护上下文窗口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680192" y="329184"/>
            <a:ext cx="960120" cy="10972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7395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A4"/>
                </a:solidFill>
              </a:rPr>
              <a:t>cpp-ai-agent · C++17 终端 AI 编程智能体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28832" y="643737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890A4"/>
                </a:solidFill>
              </a:rPr>
              <a:t>09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207008"/>
            <a:ext cx="3154680" cy="126187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1397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207008"/>
            <a:ext cx="73152" cy="12618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37160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LlmClient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86968" y="1737360"/>
            <a:ext cx="277063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6B7A"/>
                </a:solidFill>
              </a:rPr>
              <a:t>OpenAI-compatible API；SSE 流式输出；tool_calls 增量累积。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4160520" y="1207008"/>
            <a:ext cx="3154680" cy="126187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1397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60520" y="1207008"/>
            <a:ext cx="73152" cy="126187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61688" y="137160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AgentLoop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61688" y="1737360"/>
            <a:ext cx="277063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6B7A"/>
                </a:solidFill>
              </a:rPr>
              <a:t>发送 tools schema；分发工具调用；回填 tool 消息；最大轮次保护。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7635240" y="1207008"/>
            <a:ext cx="3154680" cy="126187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1397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35240" y="1207008"/>
            <a:ext cx="73152" cy="12618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36408" y="137160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ContextManager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36408" y="1737360"/>
            <a:ext cx="277063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6B7A"/>
                </a:solidFill>
              </a:rPr>
              <a:t>保留 system prompt；按 Token 预算管理上下文；避免消息无限增长。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932688" y="3063240"/>
            <a:ext cx="10195560" cy="1600200"/>
          </a:xfrm>
          <a:prstGeom prst="rect">
            <a:avLst/>
          </a:prstGeom>
          <a:solidFill>
            <a:srgbClr val="0F172A"/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33856" y="3246120"/>
            <a:ext cx="979322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用户需求 -&gt; AgentLoop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AgentLoop -&gt; LlmClient(chatStream + tools schema)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-&gt; assistant content 或 tool_calls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result -&gt; tool message -&gt; LLM 再推理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77240" y="54864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负责人：王博轩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关键模块二：工具、安全与日志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B7A"/>
                </a:solidFill>
              </a:rPr>
              <a:t>把模型请求变成受控动作，并保证可确认、可追溯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680192" y="329184"/>
            <a:ext cx="960120" cy="10972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7395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A4"/>
                </a:solidFill>
              </a:rPr>
              <a:t>cpp-ai-agent · C++17 终端 AI 编程智能体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28832" y="643737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890A4"/>
                </a:solidFill>
              </a:rPr>
              <a:t>10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4892040" cy="14173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1397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325880"/>
            <a:ext cx="73152" cy="1417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490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工具注册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1856232"/>
            <a:ext cx="4507992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6B7A"/>
                </a:solidFill>
              </a:rPr>
              <a:t>read_file / write_file / edit_file / list_dir / run_command / web_search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6263640" y="1325880"/>
            <a:ext cx="4892040" cy="14173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1397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325880"/>
            <a:ext cx="73152" cy="14173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4808" y="1490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路径沙箱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64808" y="1856232"/>
            <a:ext cx="4507992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6B7A"/>
                </a:solidFill>
              </a:rPr>
              <a:t>所有文件工具限制在 workspace 内，防止越界读取或写入。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731520" y="3520440"/>
            <a:ext cx="4892040" cy="14173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1397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520440"/>
            <a:ext cx="73152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68503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风险分级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2688" y="4050792"/>
            <a:ext cx="4507992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6B7A"/>
                </a:solidFill>
              </a:rPr>
              <a:t>Safe / Write / Dangerous，不同风险触发不同权限策略。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6263640" y="3520440"/>
            <a:ext cx="4892040" cy="14173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1397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3520440"/>
            <a:ext cx="73152" cy="1417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64808" y="368503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日志回放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64808" y="4050792"/>
            <a:ext cx="4507992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6B7A"/>
                </a:solidFill>
              </a:rPr>
              <a:t>JSONL 记录 user / assistant / tool_call / tool_result，可 history/replay/load。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777240" y="58064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负责人：康艺凡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关键模块三：交互、Skill、MCP 与搜索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B7A"/>
                </a:solidFill>
              </a:rPr>
              <a:t>让 Agent 具备更好的演示入口和外部扩展能力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680192" y="329184"/>
            <a:ext cx="960120" cy="10972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7395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A4"/>
                </a:solidFill>
              </a:rPr>
              <a:t>cpp-ai-agent · C++17 终端 AI 编程智能体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28832" y="643737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890A4"/>
                </a:solidFill>
              </a:rPr>
              <a:t>11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77240" y="1371600"/>
            <a:ext cx="2395728" cy="35661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1397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371600"/>
            <a:ext cx="73152" cy="35661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53619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Console UI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78408" y="1901952"/>
            <a:ext cx="2011680" cy="2889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6B7A"/>
                </a:solidFill>
              </a:rPr>
              <a:t>ANSI 语义化输出；Conversation / Tools / Status / Input 概览；流式打字机效果。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3611880" y="1371600"/>
            <a:ext cx="2395728" cy="35661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1397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11880" y="1371600"/>
            <a:ext cx="73152" cy="356616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13048" y="153619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Skill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13048" y="1901952"/>
            <a:ext cx="2011680" cy="2889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6B7A"/>
                </a:solidFill>
              </a:rPr>
              <a:t>code_review、cpp_debug、project_summary、test_writer；allowed_tools 白名单双重约束。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446520" y="1371600"/>
            <a:ext cx="2395728" cy="35661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1397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46520" y="1371600"/>
            <a:ext cx="73152" cy="35661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47688" y="153619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MCP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47688" y="1901952"/>
            <a:ext cx="2011680" cy="2889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6B7A"/>
                </a:solidFill>
              </a:rPr>
              <a:t>stdio MCP 握手、工具发现、工具调用；支持外部 server 配置。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9281160" y="1371600"/>
            <a:ext cx="2395728" cy="35661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1397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81160" y="1371600"/>
            <a:ext cx="73152" cy="35661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82328" y="153619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Web 搜索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482328" y="1901952"/>
            <a:ext cx="2011680" cy="2889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6B7A"/>
                </a:solidFill>
              </a:rPr>
              <a:t>Bing RSS 优先；代理配置；中文查询参数修复；失败时提供兜底链接。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822960" y="55961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负责人：魏宇鑫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测试与验收：36 个 doctest 全部通过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B7A"/>
                </a:solidFill>
              </a:rPr>
              <a:t>用自动化测试和手动演示命令覆盖核心路径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680192" y="329184"/>
            <a:ext cx="960120" cy="10972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7395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A4"/>
                </a:solidFill>
              </a:rPr>
              <a:t>cpp-ai-agent · C++17 终端 AI 编程智能体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28832" y="643737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890A4"/>
                </a:solidFill>
              </a:rPr>
              <a:t>12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94944" y="1024128"/>
            <a:ext cx="6601968" cy="436168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15240" dir="2700000">
              <a:srgbClr val="000000">
                <a:alpha val="9000"/>
              </a:srgbClr>
            </a:outerShdw>
          </a:effectLst>
        </p:spPr>
      </p:sp>
      <p:pic>
        <p:nvPicPr>
          <p:cNvPr id="8" name="Image 0" descr="D:\cpp-ai-agent\第一周周报\assets\05-test-coverag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9808" y="1078992"/>
            <a:ext cx="6492240" cy="42519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699248" y="1298448"/>
            <a:ext cx="1691640" cy="10058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99248" y="146304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766E"/>
                </a:solidFill>
              </a:rPr>
              <a:t>100%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7772400" y="19019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5E6B7A"/>
                </a:solidFill>
              </a:rPr>
              <a:t>测试通过率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9646920" y="1298448"/>
            <a:ext cx="1691640" cy="10058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46920" y="146304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E7490"/>
                </a:solidFill>
              </a:rPr>
              <a:t>36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9720072" y="19019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5E6B7A"/>
                </a:solidFill>
              </a:rPr>
              <a:t>doctest 用例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7699248" y="2670048"/>
            <a:ext cx="1691640" cy="10058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99248" y="283464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11D48"/>
                </a:solidFill>
              </a:rPr>
              <a:t>10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7772400" y="32735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5E6B7A"/>
                </a:solidFill>
              </a:rPr>
              <a:t>测试文件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9646920" y="2670048"/>
            <a:ext cx="1691640" cy="10058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46920" y="283464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B45309"/>
                </a:solidFill>
              </a:rPr>
              <a:t>M0-M8</a:t>
            </a:r>
            <a:endParaRPr lang="en-US" sz="2300" dirty="0"/>
          </a:p>
        </p:txBody>
      </p:sp>
      <p:sp>
        <p:nvSpPr>
          <p:cNvPr id="20" name="Text 17"/>
          <p:cNvSpPr/>
          <p:nvPr/>
        </p:nvSpPr>
        <p:spPr>
          <a:xfrm>
            <a:off x="9720072" y="32735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5E6B7A"/>
                </a:solidFill>
              </a:rPr>
              <a:t>验收范围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7543800" y="4187952"/>
            <a:ext cx="3611880" cy="1078992"/>
          </a:xfrm>
          <a:prstGeom prst="rect">
            <a:avLst/>
          </a:prstGeom>
          <a:solidFill>
            <a:srgbClr val="0F172A"/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44968" y="4370832"/>
            <a:ext cx="32095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cmake --preset msvc-vcpkg-debug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cmake --build --preset msvc-vcpkg-debug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ctest -C Debug --output-on-failure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现场演示路线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B7A"/>
                </a:solidFill>
              </a:rPr>
              <a:t>每个命令对应一个可解释的架构能力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680192" y="329184"/>
            <a:ext cx="960120" cy="10972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7395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A4"/>
                </a:solidFill>
              </a:rPr>
              <a:t>cpp-ai-agent · C++17 终端 AI 编程智能体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28832" y="643737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890A4"/>
                </a:solidFill>
              </a:rPr>
              <a:t>13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996696"/>
            <a:ext cx="6739128" cy="4425696"/>
          </a:xfrm>
          <a:prstGeom prst="rect">
            <a:avLst/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15240" dir="2700000">
              <a:srgbClr val="000000">
                <a:alpha val="9000"/>
              </a:srgbClr>
            </a:outerShdw>
          </a:effectLst>
        </p:spPr>
      </p:sp>
      <p:pic>
        <p:nvPicPr>
          <p:cNvPr id="8" name="Image 0" descr="D:\cpp-ai-agent\第一周周报\assets\04-demo-flow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232" y="1051560"/>
            <a:ext cx="6629400" cy="43159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26680" y="1143000"/>
            <a:ext cx="3520440" cy="4160520"/>
          </a:xfrm>
          <a:prstGeom prst="rect">
            <a:avLst/>
          </a:prstGeom>
          <a:solidFill>
            <a:srgbClr val="0F172A"/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27848" y="1325880"/>
            <a:ext cx="3118104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ai-agent.exe /doctor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主对话输入 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请读取 README.md 并总结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请创建 temp-demo.txt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ai-agent.exe /search "MCP 是什么"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ai-agent.exe /skills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ai-agent.exe /mcp-demo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ai-agent.exe /history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风险与预案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B7A"/>
                </a:solidFill>
              </a:rPr>
              <a:t>答辩现场最怕临时环境问题，所以提前准备替代路径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680192" y="329184"/>
            <a:ext cx="960120" cy="10972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7395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A4"/>
                </a:solidFill>
              </a:rPr>
              <a:t>cpp-ai-agent · C++17 终端 AI 编程智能体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28832" y="643737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890A4"/>
                </a:solidFill>
              </a:rPr>
              <a:t>14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77240" y="1170432"/>
            <a:ext cx="10698480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371600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440180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网络不稳定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423160" y="138988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</a:rPr>
              <a:t>搜索可能超时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00600" y="137160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E6B7A"/>
                </a:solidFill>
              </a:rPr>
              <a:t>Bing RSS 优先、代理配置、兜底搜索链接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777240" y="2249424"/>
            <a:ext cx="10698480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2450592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519172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模型配置错误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423160" y="246888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</a:rPr>
              <a:t>LLM 无法响应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00600" y="245059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E6B7A"/>
                </a:solidFill>
              </a:rPr>
              <a:t>/doctor 检查 base_url、model、key 和代理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77240" y="3328416"/>
            <a:ext cx="10698480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3529584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598164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构建环境差异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423160" y="35478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</a:rPr>
              <a:t>新电脑编译失败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00600" y="3529584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E6B7A"/>
                </a:solidFill>
              </a:rPr>
              <a:t>默认 Visual Studio generator，NMake 作为备用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777240" y="4407408"/>
            <a:ext cx="10698480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4608576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677156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MCP 外部服务不可用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423160" y="462686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</a:rPr>
              <a:t>外部 server 启动失败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00600" y="4608576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E6B7A"/>
                </a:solidFill>
              </a:rPr>
              <a:t>使用内置 MCP demo 完成协议握手演示</a:t>
            </a:r>
            <a:endParaRPr lang="en-US" sz="9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团队分工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B7A"/>
                </a:solidFill>
              </a:rPr>
              <a:t>四条责任线对应代码模块、测试文件和答辩问题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680192" y="329184"/>
            <a:ext cx="960120" cy="10972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7395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A4"/>
                </a:solidFill>
              </a:rPr>
              <a:t>cpp-ai-agent · C++17 终端 AI 编程智能体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28832" y="643737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890A4"/>
                </a:solidFill>
              </a:rPr>
              <a:t>15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34440"/>
            <a:ext cx="2414016" cy="39776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234440"/>
            <a:ext cx="2414016" cy="640080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426464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樊浩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7824" y="2148840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总体集成与演示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788920"/>
            <a:ext cx="1993392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E6B7A"/>
                </a:solidFill>
              </a:rPr>
              <a:t>项目定位、M0-M8 总览、GitHub/GitLab 同步、现场排错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3566160" y="1234440"/>
            <a:ext cx="2414016" cy="39776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1234440"/>
            <a:ext cx="2414016" cy="6400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1426464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王博轩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30752" y="2148840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LLM 与 Agent 主循环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67328" y="2788920"/>
            <a:ext cx="1993392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E6B7A"/>
                </a:solidFill>
              </a:rPr>
              <a:t>LlmClient、AgentLoop、tool_calls、ContextManager、AGENTS.md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6419088" y="1234440"/>
            <a:ext cx="2414016" cy="39776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19088" y="1234440"/>
            <a:ext cx="2414016" cy="6400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9088" y="1426464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康艺凡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2148840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工具、安全与日志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20256" y="2788920"/>
            <a:ext cx="1993392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E6B7A"/>
                </a:solidFill>
              </a:rPr>
              <a:t>ToolRegistry、本地工具、权限确认、路径沙箱、JSONL 回放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9272016" y="1234440"/>
            <a:ext cx="2414016" cy="39776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72016" y="1234440"/>
            <a:ext cx="2414016" cy="640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72016" y="1426464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魏宇鑫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436608" y="2148840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交互与扩展能力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473184" y="2788920"/>
            <a:ext cx="1993392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E6B7A"/>
                </a:solidFill>
              </a:rPr>
              <a:t>Console UI、Skill、MCP、Web 搜索、扩展边界说明</a:t>
            </a:r>
            <a:endParaRPr lang="en-US" sz="87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89611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总结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66420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E8F2"/>
                </a:solidFill>
              </a:rPr>
              <a:t>cpp-ai-agent 已完成从“能运行”到“能演示、能测试、能扩展、能解释”的阶段闭环。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3154680" cy="155448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1397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43200"/>
            <a:ext cx="73152" cy="15544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90779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完整闭环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3273552"/>
            <a:ext cx="2770632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6B7A"/>
                </a:solidFill>
              </a:rPr>
              <a:t>模型决策、工具调用、安全确认、结果回填、日志追踪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526280" y="2743200"/>
            <a:ext cx="3154680" cy="155448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1397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2743200"/>
            <a:ext cx="73152" cy="15544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27448" y="290779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工程可信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27448" y="3273552"/>
            <a:ext cx="2770632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6B7A"/>
                </a:solidFill>
              </a:rPr>
              <a:t>CMake/vcpkg、Visual Studio generator、36 个 doctest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229600" y="2743200"/>
            <a:ext cx="3154680" cy="155448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1397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0" y="2743200"/>
            <a:ext cx="73152" cy="1554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0768" y="290779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可扩展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30768" y="3273552"/>
            <a:ext cx="2770632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6B7A"/>
                </a:solidFill>
              </a:rPr>
              <a:t>Web 搜索、Skill、MCP、AGENTS.md 项目规范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822960" y="54132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Q &amp; A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59536" y="596188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谢谢老师和同学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cpp-ai-agent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cpp-ai-agent 项目答辩</dc:title>
  <dc:subject>C++17 terminal AI coding agent defense presentation</dc:subject>
  <dc:creator>cpp-ai-agent team</dc:creator>
  <cp:lastModifiedBy>cpp-ai-agent team</cp:lastModifiedBy>
  <cp:revision>1</cp:revision>
  <dcterms:created xsi:type="dcterms:W3CDTF">2026-07-11T06:32:19Z</dcterms:created>
  <dcterms:modified xsi:type="dcterms:W3CDTF">2026-07-11T06:32:19Z</dcterms:modified>
</cp:coreProperties>
</file>